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sldIdLst>
    <p:sldId id="256" r:id="rId2"/>
    <p:sldId id="260" r:id="rId3"/>
    <p:sldId id="257" r:id="rId4"/>
    <p:sldId id="259" r:id="rId5"/>
    <p:sldId id="258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C6728C-1111-CD45-ADB9-ABBA51FB7EBF}" v="26" dt="2025-11-29T12:00:22.8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12"/>
  </p:normalViewPr>
  <p:slideViewPr>
    <p:cSldViewPr snapToGrid="0">
      <p:cViewPr varScale="1">
        <p:scale>
          <a:sx n="122" d="100"/>
          <a:sy n="122" d="100"/>
        </p:scale>
        <p:origin x="22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Satwik" userId="8922f47e-2642-4f86-a9ce-ce445603ef92" providerId="ADAL" clId="{62C6728C-1111-CD45-ADB9-ABBA51FB7EBF}"/>
    <pc:docChg chg="undo custSel addSld modSld addMainMaster delMainMaster">
      <pc:chgData name="Sai Satwik" userId="8922f47e-2642-4f86-a9ce-ce445603ef92" providerId="ADAL" clId="{62C6728C-1111-CD45-ADB9-ABBA51FB7EBF}" dt="2025-11-29T12:00:33.588" v="1002" actId="1076"/>
      <pc:docMkLst>
        <pc:docMk/>
      </pc:docMkLst>
      <pc:sldChg chg="addSp delSp modSp mod setBg modClrScheme addAnim delAnim chgLayout">
        <pc:chgData name="Sai Satwik" userId="8922f47e-2642-4f86-a9ce-ce445603ef92" providerId="ADAL" clId="{62C6728C-1111-CD45-ADB9-ABBA51FB7EBF}" dt="2025-11-29T07:26:51.271" v="60" actId="26606"/>
        <pc:sldMkLst>
          <pc:docMk/>
          <pc:sldMk cId="2837868292" sldId="256"/>
        </pc:sldMkLst>
        <pc:spChg chg="mod">
          <ac:chgData name="Sai Satwik" userId="8922f47e-2642-4f86-a9ce-ce445603ef92" providerId="ADAL" clId="{62C6728C-1111-CD45-ADB9-ABBA51FB7EBF}" dt="2025-11-29T07:26:51.271" v="60" actId="26606"/>
          <ac:spMkLst>
            <pc:docMk/>
            <pc:sldMk cId="2837868292" sldId="256"/>
            <ac:spMk id="2" creationId="{102DBFAC-0981-19FE-9A8D-1E5BD2A1E915}"/>
          </ac:spMkLst>
        </pc:spChg>
        <pc:spChg chg="mod">
          <ac:chgData name="Sai Satwik" userId="8922f47e-2642-4f86-a9ce-ce445603ef92" providerId="ADAL" clId="{62C6728C-1111-CD45-ADB9-ABBA51FB7EBF}" dt="2025-11-29T07:26:51.271" v="60" actId="26606"/>
          <ac:spMkLst>
            <pc:docMk/>
            <pc:sldMk cId="2837868292" sldId="256"/>
            <ac:spMk id="3" creationId="{01D680CD-BA59-C770-C18E-70099B184AF8}"/>
          </ac:spMkLst>
        </pc:spChg>
        <pc:spChg chg="add del">
          <ac:chgData name="Sai Satwik" userId="8922f47e-2642-4f86-a9ce-ce445603ef92" providerId="ADAL" clId="{62C6728C-1111-CD45-ADB9-ABBA51FB7EBF}" dt="2025-11-29T07:26:51.238" v="59" actId="26606"/>
          <ac:spMkLst>
            <pc:docMk/>
            <pc:sldMk cId="2837868292" sldId="256"/>
            <ac:spMk id="9" creationId="{33E93247-6229-44AB-A550-739E971E690B}"/>
          </ac:spMkLst>
        </pc:spChg>
        <pc:spChg chg="add">
          <ac:chgData name="Sai Satwik" userId="8922f47e-2642-4f86-a9ce-ce445603ef92" providerId="ADAL" clId="{62C6728C-1111-CD45-ADB9-ABBA51FB7EBF}" dt="2025-11-29T07:26:51.271" v="60" actId="26606"/>
          <ac:spMkLst>
            <pc:docMk/>
            <pc:sldMk cId="2837868292" sldId="256"/>
            <ac:spMk id="43" creationId="{4187D111-0A9D-421B-84EB-FC5811C3A931}"/>
          </ac:spMkLst>
        </pc:spChg>
        <pc:spChg chg="add">
          <ac:chgData name="Sai Satwik" userId="8922f47e-2642-4f86-a9ce-ce445603ef92" providerId="ADAL" clId="{62C6728C-1111-CD45-ADB9-ABBA51FB7EBF}" dt="2025-11-29T07:26:51.271" v="60" actId="26606"/>
          <ac:spMkLst>
            <pc:docMk/>
            <pc:sldMk cId="2837868292" sldId="256"/>
            <ac:spMk id="44" creationId="{729E7B49-E1D9-4EAE-8B30-D958A9580767}"/>
          </ac:spMkLst>
        </pc:spChg>
        <pc:spChg chg="add">
          <ac:chgData name="Sai Satwik" userId="8922f47e-2642-4f86-a9ce-ce445603ef92" providerId="ADAL" clId="{62C6728C-1111-CD45-ADB9-ABBA51FB7EBF}" dt="2025-11-29T07:26:51.271" v="60" actId="26606"/>
          <ac:spMkLst>
            <pc:docMk/>
            <pc:sldMk cId="2837868292" sldId="256"/>
            <ac:spMk id="46" creationId="{D2BA0570-7BB5-4FB7-B41A-048CE0327BAC}"/>
          </ac:spMkLst>
        </pc:spChg>
        <pc:grpChg chg="add">
          <ac:chgData name="Sai Satwik" userId="8922f47e-2642-4f86-a9ce-ce445603ef92" providerId="ADAL" clId="{62C6728C-1111-CD45-ADB9-ABBA51FB7EBF}" dt="2025-11-29T07:26:51.271" v="60" actId="26606"/>
          <ac:grpSpMkLst>
            <pc:docMk/>
            <pc:sldMk cId="2837868292" sldId="256"/>
            <ac:grpSpMk id="45" creationId="{A0064D7E-06DA-49C2-98D1-4C063EBE9ECE}"/>
          </ac:grpSpMkLst>
        </pc:grpChg>
        <pc:picChg chg="add del">
          <ac:chgData name="Sai Satwik" userId="8922f47e-2642-4f86-a9ce-ce445603ef92" providerId="ADAL" clId="{62C6728C-1111-CD45-ADB9-ABBA51FB7EBF}" dt="2025-11-29T07:26:51.238" v="59" actId="26606"/>
          <ac:picMkLst>
            <pc:docMk/>
            <pc:sldMk cId="2837868292" sldId="256"/>
            <ac:picMk id="4" creationId="{D502E230-D90F-3CBF-913B-58B475B309E5}"/>
          </ac:picMkLst>
        </pc:picChg>
        <pc:picChg chg="add">
          <ac:chgData name="Sai Satwik" userId="8922f47e-2642-4f86-a9ce-ce445603ef92" providerId="ADAL" clId="{62C6728C-1111-CD45-ADB9-ABBA51FB7EBF}" dt="2025-11-29T07:26:51.271" v="60" actId="26606"/>
          <ac:picMkLst>
            <pc:docMk/>
            <pc:sldMk cId="2837868292" sldId="256"/>
            <ac:picMk id="48" creationId="{4060DB77-C560-2CE6-5B10-5D1AA03FDF14}"/>
          </ac:picMkLst>
        </pc:picChg>
        <pc:cxnChg chg="add del">
          <ac:chgData name="Sai Satwik" userId="8922f47e-2642-4f86-a9ce-ce445603ef92" providerId="ADAL" clId="{62C6728C-1111-CD45-ADB9-ABBA51FB7EBF}" dt="2025-11-29T07:26:51.238" v="59" actId="26606"/>
          <ac:cxnSpMkLst>
            <pc:docMk/>
            <pc:sldMk cId="2837868292" sldId="256"/>
            <ac:cxnSpMk id="11" creationId="{EE2E603F-4A95-4FE8-BB06-211DFD75DBEF}"/>
          </ac:cxnSpMkLst>
        </pc:cxnChg>
        <pc:cxnChg chg="add del">
          <ac:chgData name="Sai Satwik" userId="8922f47e-2642-4f86-a9ce-ce445603ef92" providerId="ADAL" clId="{62C6728C-1111-CD45-ADB9-ABBA51FB7EBF}" dt="2025-11-29T07:26:51.238" v="59" actId="26606"/>
          <ac:cxnSpMkLst>
            <pc:docMk/>
            <pc:sldMk cId="2837868292" sldId="256"/>
            <ac:cxnSpMk id="13" creationId="{2CF06E40-3ECB-4820-95B5-8A70B07D4B47}"/>
          </ac:cxnSpMkLst>
        </pc:cxnChg>
      </pc:sldChg>
      <pc:sldChg chg="modSp new mod">
        <pc:chgData name="Sai Satwik" userId="8922f47e-2642-4f86-a9ce-ce445603ef92" providerId="ADAL" clId="{62C6728C-1111-CD45-ADB9-ABBA51FB7EBF}" dt="2025-11-29T10:27:19.863" v="835" actId="20577"/>
        <pc:sldMkLst>
          <pc:docMk/>
          <pc:sldMk cId="892575821" sldId="257"/>
        </pc:sldMkLst>
        <pc:spChg chg="mod">
          <ac:chgData name="Sai Satwik" userId="8922f47e-2642-4f86-a9ce-ce445603ef92" providerId="ADAL" clId="{62C6728C-1111-CD45-ADB9-ABBA51FB7EBF}" dt="2025-11-29T10:27:19.863" v="835" actId="20577"/>
          <ac:spMkLst>
            <pc:docMk/>
            <pc:sldMk cId="892575821" sldId="257"/>
            <ac:spMk id="2" creationId="{268EACF9-2CEE-C6AA-7280-8C754A080672}"/>
          </ac:spMkLst>
        </pc:spChg>
        <pc:spChg chg="mod">
          <ac:chgData name="Sai Satwik" userId="8922f47e-2642-4f86-a9ce-ce445603ef92" providerId="ADAL" clId="{62C6728C-1111-CD45-ADB9-ABBA51FB7EBF}" dt="2025-11-29T10:27:05.896" v="827"/>
          <ac:spMkLst>
            <pc:docMk/>
            <pc:sldMk cId="892575821" sldId="257"/>
            <ac:spMk id="3" creationId="{C2EE24FB-C9AE-E8F7-FE84-4DE36748B97D}"/>
          </ac:spMkLst>
        </pc:spChg>
      </pc:sldChg>
      <pc:sldChg chg="modSp new mod">
        <pc:chgData name="Sai Satwik" userId="8922f47e-2642-4f86-a9ce-ce445603ef92" providerId="ADAL" clId="{62C6728C-1111-CD45-ADB9-ABBA51FB7EBF}" dt="2025-11-29T11:29:40.428" v="949" actId="20577"/>
        <pc:sldMkLst>
          <pc:docMk/>
          <pc:sldMk cId="3302835742" sldId="258"/>
        </pc:sldMkLst>
        <pc:spChg chg="mod">
          <ac:chgData name="Sai Satwik" userId="8922f47e-2642-4f86-a9ce-ce445603ef92" providerId="ADAL" clId="{62C6728C-1111-CD45-ADB9-ABBA51FB7EBF}" dt="2025-11-29T11:28:57.664" v="934"/>
          <ac:spMkLst>
            <pc:docMk/>
            <pc:sldMk cId="3302835742" sldId="258"/>
            <ac:spMk id="2" creationId="{702DC079-201B-1B7B-8F4E-B1959500891D}"/>
          </ac:spMkLst>
        </pc:spChg>
        <pc:spChg chg="mod">
          <ac:chgData name="Sai Satwik" userId="8922f47e-2642-4f86-a9ce-ce445603ef92" providerId="ADAL" clId="{62C6728C-1111-CD45-ADB9-ABBA51FB7EBF}" dt="2025-11-29T11:29:40.428" v="949" actId="20577"/>
          <ac:spMkLst>
            <pc:docMk/>
            <pc:sldMk cId="3302835742" sldId="258"/>
            <ac:spMk id="3" creationId="{902846D0-BCF5-29BA-A708-1E43E07B72EA}"/>
          </ac:spMkLst>
        </pc:spChg>
      </pc:sldChg>
      <pc:sldChg chg="modSp new mod">
        <pc:chgData name="Sai Satwik" userId="8922f47e-2642-4f86-a9ce-ce445603ef92" providerId="ADAL" clId="{62C6728C-1111-CD45-ADB9-ABBA51FB7EBF}" dt="2025-11-29T10:35:35.448" v="920" actId="20577"/>
        <pc:sldMkLst>
          <pc:docMk/>
          <pc:sldMk cId="3250792484" sldId="259"/>
        </pc:sldMkLst>
        <pc:spChg chg="mod">
          <ac:chgData name="Sai Satwik" userId="8922f47e-2642-4f86-a9ce-ce445603ef92" providerId="ADAL" clId="{62C6728C-1111-CD45-ADB9-ABBA51FB7EBF}" dt="2025-11-29T10:27:42.722" v="841" actId="404"/>
          <ac:spMkLst>
            <pc:docMk/>
            <pc:sldMk cId="3250792484" sldId="259"/>
            <ac:spMk id="2" creationId="{ED30B60A-8E61-22A8-BDB9-B90CBACBC2E8}"/>
          </ac:spMkLst>
        </pc:spChg>
        <pc:spChg chg="mod">
          <ac:chgData name="Sai Satwik" userId="8922f47e-2642-4f86-a9ce-ce445603ef92" providerId="ADAL" clId="{62C6728C-1111-CD45-ADB9-ABBA51FB7EBF}" dt="2025-11-29T10:35:35.448" v="920" actId="20577"/>
          <ac:spMkLst>
            <pc:docMk/>
            <pc:sldMk cId="3250792484" sldId="259"/>
            <ac:spMk id="3" creationId="{2FE17447-E01B-3027-7183-13C79475AFCB}"/>
          </ac:spMkLst>
        </pc:spChg>
      </pc:sldChg>
      <pc:sldChg chg="modSp new mod">
        <pc:chgData name="Sai Satwik" userId="8922f47e-2642-4f86-a9ce-ce445603ef92" providerId="ADAL" clId="{62C6728C-1111-CD45-ADB9-ABBA51FB7EBF}" dt="2025-11-29T10:42:20.506" v="929" actId="27636"/>
        <pc:sldMkLst>
          <pc:docMk/>
          <pc:sldMk cId="3441952733" sldId="260"/>
        </pc:sldMkLst>
        <pc:spChg chg="mod">
          <ac:chgData name="Sai Satwik" userId="8922f47e-2642-4f86-a9ce-ce445603ef92" providerId="ADAL" clId="{62C6728C-1111-CD45-ADB9-ABBA51FB7EBF}" dt="2025-11-29T10:42:17.432" v="927" actId="1076"/>
          <ac:spMkLst>
            <pc:docMk/>
            <pc:sldMk cId="3441952733" sldId="260"/>
            <ac:spMk id="2" creationId="{4794CB9D-CE43-5A2D-1042-5B570EE833EB}"/>
          </ac:spMkLst>
        </pc:spChg>
        <pc:spChg chg="mod">
          <ac:chgData name="Sai Satwik" userId="8922f47e-2642-4f86-a9ce-ce445603ef92" providerId="ADAL" clId="{62C6728C-1111-CD45-ADB9-ABBA51FB7EBF}" dt="2025-11-29T10:42:20.506" v="929" actId="27636"/>
          <ac:spMkLst>
            <pc:docMk/>
            <pc:sldMk cId="3441952733" sldId="260"/>
            <ac:spMk id="3" creationId="{3D3D6D34-6A4F-DA33-24D7-5453A28B329F}"/>
          </ac:spMkLst>
        </pc:spChg>
      </pc:sldChg>
      <pc:sldChg chg="modSp new mod">
        <pc:chgData name="Sai Satwik" userId="8922f47e-2642-4f86-a9ce-ce445603ef92" providerId="ADAL" clId="{62C6728C-1111-CD45-ADB9-ABBA51FB7EBF}" dt="2025-11-29T11:30:29.413" v="963" actId="403"/>
        <pc:sldMkLst>
          <pc:docMk/>
          <pc:sldMk cId="3116933564" sldId="261"/>
        </pc:sldMkLst>
        <pc:spChg chg="mod">
          <ac:chgData name="Sai Satwik" userId="8922f47e-2642-4f86-a9ce-ce445603ef92" providerId="ADAL" clId="{62C6728C-1111-CD45-ADB9-ABBA51FB7EBF}" dt="2025-11-29T11:29:58.756" v="954"/>
          <ac:spMkLst>
            <pc:docMk/>
            <pc:sldMk cId="3116933564" sldId="261"/>
            <ac:spMk id="2" creationId="{F9C4612B-0EFF-E96D-8C28-FF99E5C93E74}"/>
          </ac:spMkLst>
        </pc:spChg>
        <pc:spChg chg="mod">
          <ac:chgData name="Sai Satwik" userId="8922f47e-2642-4f86-a9ce-ce445603ef92" providerId="ADAL" clId="{62C6728C-1111-CD45-ADB9-ABBA51FB7EBF}" dt="2025-11-29T11:30:29.413" v="963" actId="403"/>
          <ac:spMkLst>
            <pc:docMk/>
            <pc:sldMk cId="3116933564" sldId="261"/>
            <ac:spMk id="3" creationId="{02229011-8A67-C0C2-043B-7141BC4E760C}"/>
          </ac:spMkLst>
        </pc:spChg>
      </pc:sldChg>
      <pc:sldChg chg="modSp new mod">
        <pc:chgData name="Sai Satwik" userId="8922f47e-2642-4f86-a9ce-ce445603ef92" providerId="ADAL" clId="{62C6728C-1111-CD45-ADB9-ABBA51FB7EBF}" dt="2025-11-29T11:31:08.848" v="974" actId="27636"/>
        <pc:sldMkLst>
          <pc:docMk/>
          <pc:sldMk cId="3509583254" sldId="262"/>
        </pc:sldMkLst>
        <pc:spChg chg="mod">
          <ac:chgData name="Sai Satwik" userId="8922f47e-2642-4f86-a9ce-ce445603ef92" providerId="ADAL" clId="{62C6728C-1111-CD45-ADB9-ABBA51FB7EBF}" dt="2025-11-29T11:30:48.778" v="965"/>
          <ac:spMkLst>
            <pc:docMk/>
            <pc:sldMk cId="3509583254" sldId="262"/>
            <ac:spMk id="2" creationId="{2F60433B-C36D-3DD6-A5F8-6935FAA332E3}"/>
          </ac:spMkLst>
        </pc:spChg>
        <pc:spChg chg="mod">
          <ac:chgData name="Sai Satwik" userId="8922f47e-2642-4f86-a9ce-ce445603ef92" providerId="ADAL" clId="{62C6728C-1111-CD45-ADB9-ABBA51FB7EBF}" dt="2025-11-29T11:31:08.848" v="974" actId="27636"/>
          <ac:spMkLst>
            <pc:docMk/>
            <pc:sldMk cId="3509583254" sldId="262"/>
            <ac:spMk id="3" creationId="{8D755DDF-7CA7-7E7B-28AD-077136F1A43B}"/>
          </ac:spMkLst>
        </pc:spChg>
      </pc:sldChg>
      <pc:sldChg chg="modSp new mod">
        <pc:chgData name="Sai Satwik" userId="8922f47e-2642-4f86-a9ce-ce445603ef92" providerId="ADAL" clId="{62C6728C-1111-CD45-ADB9-ABBA51FB7EBF}" dt="2025-11-29T11:31:41.493" v="982" actId="403"/>
        <pc:sldMkLst>
          <pc:docMk/>
          <pc:sldMk cId="360257240" sldId="263"/>
        </pc:sldMkLst>
        <pc:spChg chg="mod">
          <ac:chgData name="Sai Satwik" userId="8922f47e-2642-4f86-a9ce-ce445603ef92" providerId="ADAL" clId="{62C6728C-1111-CD45-ADB9-ABBA51FB7EBF}" dt="2025-11-29T11:31:23.818" v="976"/>
          <ac:spMkLst>
            <pc:docMk/>
            <pc:sldMk cId="360257240" sldId="263"/>
            <ac:spMk id="2" creationId="{2A8552E6-39F5-6462-70BA-9D20A07604CC}"/>
          </ac:spMkLst>
        </pc:spChg>
        <pc:spChg chg="mod">
          <ac:chgData name="Sai Satwik" userId="8922f47e-2642-4f86-a9ce-ce445603ef92" providerId="ADAL" clId="{62C6728C-1111-CD45-ADB9-ABBA51FB7EBF}" dt="2025-11-29T11:31:41.493" v="982" actId="403"/>
          <ac:spMkLst>
            <pc:docMk/>
            <pc:sldMk cId="360257240" sldId="263"/>
            <ac:spMk id="3" creationId="{62ABC3A1-9CE5-CAC7-8CC0-12633BC2DF08}"/>
          </ac:spMkLst>
        </pc:spChg>
      </pc:sldChg>
      <pc:sldChg chg="addSp modSp new mod">
        <pc:chgData name="Sai Satwik" userId="8922f47e-2642-4f86-a9ce-ce445603ef92" providerId="ADAL" clId="{62C6728C-1111-CD45-ADB9-ABBA51FB7EBF}" dt="2025-11-29T12:00:33.588" v="1002" actId="1076"/>
        <pc:sldMkLst>
          <pc:docMk/>
          <pc:sldMk cId="3606063227" sldId="264"/>
        </pc:sldMkLst>
        <pc:spChg chg="mod">
          <ac:chgData name="Sai Satwik" userId="8922f47e-2642-4f86-a9ce-ce445603ef92" providerId="ADAL" clId="{62C6728C-1111-CD45-ADB9-ABBA51FB7EBF}" dt="2025-11-29T11:31:53.503" v="985" actId="20577"/>
          <ac:spMkLst>
            <pc:docMk/>
            <pc:sldMk cId="3606063227" sldId="264"/>
            <ac:spMk id="2" creationId="{25B51109-1EA3-78A6-7261-252A745F7639}"/>
          </ac:spMkLst>
        </pc:spChg>
        <pc:spChg chg="mod">
          <ac:chgData name="Sai Satwik" userId="8922f47e-2642-4f86-a9ce-ce445603ef92" providerId="ADAL" clId="{62C6728C-1111-CD45-ADB9-ABBA51FB7EBF}" dt="2025-11-29T11:32:00.505" v="986"/>
          <ac:spMkLst>
            <pc:docMk/>
            <pc:sldMk cId="3606063227" sldId="264"/>
            <ac:spMk id="3" creationId="{8C1AD3AE-2211-926C-9AEF-A2037A346424}"/>
          </ac:spMkLst>
        </pc:spChg>
        <pc:picChg chg="add mod">
          <ac:chgData name="Sai Satwik" userId="8922f47e-2642-4f86-a9ce-ce445603ef92" providerId="ADAL" clId="{62C6728C-1111-CD45-ADB9-ABBA51FB7EBF}" dt="2025-11-29T12:00:33.588" v="1002" actId="1076"/>
          <ac:picMkLst>
            <pc:docMk/>
            <pc:sldMk cId="3606063227" sldId="264"/>
            <ac:picMk id="5" creationId="{775DE971-0133-46CA-BD96-240D8C0BCF01}"/>
          </ac:picMkLst>
        </pc:picChg>
      </pc:sldChg>
      <pc:sldChg chg="modSp new mod">
        <pc:chgData name="Sai Satwik" userId="8922f47e-2642-4f86-a9ce-ce445603ef92" providerId="ADAL" clId="{62C6728C-1111-CD45-ADB9-ABBA51FB7EBF}" dt="2025-11-29T11:32:33.148" v="996" actId="403"/>
        <pc:sldMkLst>
          <pc:docMk/>
          <pc:sldMk cId="2493376999" sldId="265"/>
        </pc:sldMkLst>
        <pc:spChg chg="mod">
          <ac:chgData name="Sai Satwik" userId="8922f47e-2642-4f86-a9ce-ce445603ef92" providerId="ADAL" clId="{62C6728C-1111-CD45-ADB9-ABBA51FB7EBF}" dt="2025-11-29T11:32:13.775" v="989" actId="20577"/>
          <ac:spMkLst>
            <pc:docMk/>
            <pc:sldMk cId="2493376999" sldId="265"/>
            <ac:spMk id="2" creationId="{7046A54D-DA38-A9FF-5F18-A0001DDE7760}"/>
          </ac:spMkLst>
        </pc:spChg>
        <pc:spChg chg="mod">
          <ac:chgData name="Sai Satwik" userId="8922f47e-2642-4f86-a9ce-ce445603ef92" providerId="ADAL" clId="{62C6728C-1111-CD45-ADB9-ABBA51FB7EBF}" dt="2025-11-29T11:32:33.148" v="996" actId="403"/>
          <ac:spMkLst>
            <pc:docMk/>
            <pc:sldMk cId="2493376999" sldId="265"/>
            <ac:spMk id="3" creationId="{AF741182-3817-14D5-432D-82A607E79E71}"/>
          </ac:spMkLst>
        </pc:spChg>
      </pc:sldChg>
      <pc:sldMasterChg chg="add del addSldLayout delSldLayout">
        <pc:chgData name="Sai Satwik" userId="8922f47e-2642-4f86-a9ce-ce445603ef92" providerId="ADAL" clId="{62C6728C-1111-CD45-ADB9-ABBA51FB7EBF}" dt="2025-11-29T07:26:51.271" v="60" actId="26606"/>
        <pc:sldMasterMkLst>
          <pc:docMk/>
          <pc:sldMasterMk cId="1445439103" sldId="2147483648"/>
        </pc:sldMasterMkLst>
        <pc:sldLayoutChg chg="add del">
          <pc:chgData name="Sai Satwik" userId="8922f47e-2642-4f86-a9ce-ce445603ef92" providerId="ADAL" clId="{62C6728C-1111-CD45-ADB9-ABBA51FB7EBF}" dt="2025-11-29T07:26:51.271" v="60" actId="26606"/>
          <pc:sldLayoutMkLst>
            <pc:docMk/>
            <pc:sldMasterMk cId="1445439103" sldId="2147483648"/>
            <pc:sldLayoutMk cId="66892113" sldId="2147483649"/>
          </pc:sldLayoutMkLst>
        </pc:sldLayoutChg>
        <pc:sldLayoutChg chg="add del">
          <pc:chgData name="Sai Satwik" userId="8922f47e-2642-4f86-a9ce-ce445603ef92" providerId="ADAL" clId="{62C6728C-1111-CD45-ADB9-ABBA51FB7EBF}" dt="2025-11-29T07:26:51.271" v="60" actId="26606"/>
          <pc:sldLayoutMkLst>
            <pc:docMk/>
            <pc:sldMasterMk cId="1445439103" sldId="2147483648"/>
            <pc:sldLayoutMk cId="3020042485" sldId="2147483650"/>
          </pc:sldLayoutMkLst>
        </pc:sldLayoutChg>
        <pc:sldLayoutChg chg="add del">
          <pc:chgData name="Sai Satwik" userId="8922f47e-2642-4f86-a9ce-ce445603ef92" providerId="ADAL" clId="{62C6728C-1111-CD45-ADB9-ABBA51FB7EBF}" dt="2025-11-29T07:26:51.271" v="60" actId="26606"/>
          <pc:sldLayoutMkLst>
            <pc:docMk/>
            <pc:sldMasterMk cId="1445439103" sldId="2147483648"/>
            <pc:sldLayoutMk cId="3721789846" sldId="2147483651"/>
          </pc:sldLayoutMkLst>
        </pc:sldLayoutChg>
        <pc:sldLayoutChg chg="add del">
          <pc:chgData name="Sai Satwik" userId="8922f47e-2642-4f86-a9ce-ce445603ef92" providerId="ADAL" clId="{62C6728C-1111-CD45-ADB9-ABBA51FB7EBF}" dt="2025-11-29T07:26:51.271" v="60" actId="26606"/>
          <pc:sldLayoutMkLst>
            <pc:docMk/>
            <pc:sldMasterMk cId="1445439103" sldId="2147483648"/>
            <pc:sldLayoutMk cId="370451750" sldId="2147483652"/>
          </pc:sldLayoutMkLst>
        </pc:sldLayoutChg>
        <pc:sldLayoutChg chg="add del">
          <pc:chgData name="Sai Satwik" userId="8922f47e-2642-4f86-a9ce-ce445603ef92" providerId="ADAL" clId="{62C6728C-1111-CD45-ADB9-ABBA51FB7EBF}" dt="2025-11-29T07:26:51.271" v="60" actId="26606"/>
          <pc:sldLayoutMkLst>
            <pc:docMk/>
            <pc:sldMasterMk cId="1445439103" sldId="2147483648"/>
            <pc:sldLayoutMk cId="2964667564" sldId="2147483653"/>
          </pc:sldLayoutMkLst>
        </pc:sldLayoutChg>
        <pc:sldLayoutChg chg="add del">
          <pc:chgData name="Sai Satwik" userId="8922f47e-2642-4f86-a9ce-ce445603ef92" providerId="ADAL" clId="{62C6728C-1111-CD45-ADB9-ABBA51FB7EBF}" dt="2025-11-29T07:26:51.271" v="60" actId="26606"/>
          <pc:sldLayoutMkLst>
            <pc:docMk/>
            <pc:sldMasterMk cId="1445439103" sldId="2147483648"/>
            <pc:sldLayoutMk cId="3635375487" sldId="2147483654"/>
          </pc:sldLayoutMkLst>
        </pc:sldLayoutChg>
        <pc:sldLayoutChg chg="add del">
          <pc:chgData name="Sai Satwik" userId="8922f47e-2642-4f86-a9ce-ce445603ef92" providerId="ADAL" clId="{62C6728C-1111-CD45-ADB9-ABBA51FB7EBF}" dt="2025-11-29T07:26:51.271" v="60" actId="26606"/>
          <pc:sldLayoutMkLst>
            <pc:docMk/>
            <pc:sldMasterMk cId="1445439103" sldId="2147483648"/>
            <pc:sldLayoutMk cId="1403007200" sldId="2147483655"/>
          </pc:sldLayoutMkLst>
        </pc:sldLayoutChg>
        <pc:sldLayoutChg chg="add del">
          <pc:chgData name="Sai Satwik" userId="8922f47e-2642-4f86-a9ce-ce445603ef92" providerId="ADAL" clId="{62C6728C-1111-CD45-ADB9-ABBA51FB7EBF}" dt="2025-11-29T07:26:51.271" v="60" actId="26606"/>
          <pc:sldLayoutMkLst>
            <pc:docMk/>
            <pc:sldMasterMk cId="1445439103" sldId="2147483648"/>
            <pc:sldLayoutMk cId="1719525299" sldId="2147483656"/>
          </pc:sldLayoutMkLst>
        </pc:sldLayoutChg>
        <pc:sldLayoutChg chg="add del">
          <pc:chgData name="Sai Satwik" userId="8922f47e-2642-4f86-a9ce-ce445603ef92" providerId="ADAL" clId="{62C6728C-1111-CD45-ADB9-ABBA51FB7EBF}" dt="2025-11-29T07:26:51.271" v="60" actId="26606"/>
          <pc:sldLayoutMkLst>
            <pc:docMk/>
            <pc:sldMasterMk cId="1445439103" sldId="2147483648"/>
            <pc:sldLayoutMk cId="2555706026" sldId="2147483657"/>
          </pc:sldLayoutMkLst>
        </pc:sldLayoutChg>
        <pc:sldLayoutChg chg="add del">
          <pc:chgData name="Sai Satwik" userId="8922f47e-2642-4f86-a9ce-ce445603ef92" providerId="ADAL" clId="{62C6728C-1111-CD45-ADB9-ABBA51FB7EBF}" dt="2025-11-29T07:26:51.271" v="60" actId="26606"/>
          <pc:sldLayoutMkLst>
            <pc:docMk/>
            <pc:sldMasterMk cId="1445439103" sldId="2147483648"/>
            <pc:sldLayoutMk cId="2794535652" sldId="2147483658"/>
          </pc:sldLayoutMkLst>
        </pc:sldLayoutChg>
        <pc:sldLayoutChg chg="add del">
          <pc:chgData name="Sai Satwik" userId="8922f47e-2642-4f86-a9ce-ce445603ef92" providerId="ADAL" clId="{62C6728C-1111-CD45-ADB9-ABBA51FB7EBF}" dt="2025-11-29T07:26:51.271" v="60" actId="26606"/>
          <pc:sldLayoutMkLst>
            <pc:docMk/>
            <pc:sldMasterMk cId="1445439103" sldId="2147483648"/>
            <pc:sldLayoutMk cId="1726548801" sldId="2147483659"/>
          </pc:sldLayoutMkLst>
        </pc:sldLayoutChg>
      </pc:sldMasterChg>
      <pc:sldMasterChg chg="add del replId addSldLayout delSldLayout">
        <pc:chgData name="Sai Satwik" userId="8922f47e-2642-4f86-a9ce-ce445603ef92" providerId="ADAL" clId="{62C6728C-1111-CD45-ADB9-ABBA51FB7EBF}" dt="2025-11-29T07:26:51.238" v="59" actId="26606"/>
        <pc:sldMasterMkLst>
          <pc:docMk/>
          <pc:sldMasterMk cId="766209474" sldId="2147483660"/>
        </pc:sldMasterMkLst>
        <pc:sldLayoutChg chg="add del">
          <pc:chgData name="Sai Satwik" userId="8922f47e-2642-4f86-a9ce-ce445603ef92" providerId="ADAL" clId="{62C6728C-1111-CD45-ADB9-ABBA51FB7EBF}" dt="2025-11-29T07:26:51.238" v="59" actId="26606"/>
          <pc:sldLayoutMkLst>
            <pc:docMk/>
            <pc:sldMasterMk cId="766209474" sldId="2147483660"/>
            <pc:sldLayoutMk cId="337498451" sldId="2147483661"/>
          </pc:sldLayoutMkLst>
        </pc:sldLayoutChg>
        <pc:sldLayoutChg chg="add del replId">
          <pc:chgData name="Sai Satwik" userId="8922f47e-2642-4f86-a9ce-ce445603ef92" providerId="ADAL" clId="{62C6728C-1111-CD45-ADB9-ABBA51FB7EBF}" dt="2025-11-29T07:26:51.238" v="59" actId="26606"/>
          <pc:sldLayoutMkLst>
            <pc:docMk/>
            <pc:sldMasterMk cId="766209474" sldId="2147483660"/>
            <pc:sldLayoutMk cId="1185087662" sldId="2147483662"/>
          </pc:sldLayoutMkLst>
        </pc:sldLayoutChg>
        <pc:sldLayoutChg chg="add del replId">
          <pc:chgData name="Sai Satwik" userId="8922f47e-2642-4f86-a9ce-ce445603ef92" providerId="ADAL" clId="{62C6728C-1111-CD45-ADB9-ABBA51FB7EBF}" dt="2025-11-29T07:26:51.238" v="59" actId="26606"/>
          <pc:sldLayoutMkLst>
            <pc:docMk/>
            <pc:sldMasterMk cId="766209474" sldId="2147483660"/>
            <pc:sldLayoutMk cId="2210484789" sldId="2147483663"/>
          </pc:sldLayoutMkLst>
        </pc:sldLayoutChg>
        <pc:sldLayoutChg chg="add del replId">
          <pc:chgData name="Sai Satwik" userId="8922f47e-2642-4f86-a9ce-ce445603ef92" providerId="ADAL" clId="{62C6728C-1111-CD45-ADB9-ABBA51FB7EBF}" dt="2025-11-29T07:26:51.238" v="59" actId="26606"/>
          <pc:sldLayoutMkLst>
            <pc:docMk/>
            <pc:sldMasterMk cId="766209474" sldId="2147483660"/>
            <pc:sldLayoutMk cId="2654944873" sldId="2147483664"/>
          </pc:sldLayoutMkLst>
        </pc:sldLayoutChg>
        <pc:sldLayoutChg chg="add del replId">
          <pc:chgData name="Sai Satwik" userId="8922f47e-2642-4f86-a9ce-ce445603ef92" providerId="ADAL" clId="{62C6728C-1111-CD45-ADB9-ABBA51FB7EBF}" dt="2025-11-29T07:26:51.238" v="59" actId="26606"/>
          <pc:sldLayoutMkLst>
            <pc:docMk/>
            <pc:sldMasterMk cId="766209474" sldId="2147483660"/>
            <pc:sldLayoutMk cId="1419226201" sldId="2147483665"/>
          </pc:sldLayoutMkLst>
        </pc:sldLayoutChg>
        <pc:sldLayoutChg chg="add del replId">
          <pc:chgData name="Sai Satwik" userId="8922f47e-2642-4f86-a9ce-ce445603ef92" providerId="ADAL" clId="{62C6728C-1111-CD45-ADB9-ABBA51FB7EBF}" dt="2025-11-29T07:26:51.238" v="59" actId="26606"/>
          <pc:sldLayoutMkLst>
            <pc:docMk/>
            <pc:sldMasterMk cId="766209474" sldId="2147483660"/>
            <pc:sldLayoutMk cId="3740239559" sldId="2147483666"/>
          </pc:sldLayoutMkLst>
        </pc:sldLayoutChg>
        <pc:sldLayoutChg chg="add del replId">
          <pc:chgData name="Sai Satwik" userId="8922f47e-2642-4f86-a9ce-ce445603ef92" providerId="ADAL" clId="{62C6728C-1111-CD45-ADB9-ABBA51FB7EBF}" dt="2025-11-29T07:26:51.238" v="59" actId="26606"/>
          <pc:sldLayoutMkLst>
            <pc:docMk/>
            <pc:sldMasterMk cId="766209474" sldId="2147483660"/>
            <pc:sldLayoutMk cId="4036783409" sldId="2147483667"/>
          </pc:sldLayoutMkLst>
        </pc:sldLayoutChg>
        <pc:sldLayoutChg chg="add del replId">
          <pc:chgData name="Sai Satwik" userId="8922f47e-2642-4f86-a9ce-ce445603ef92" providerId="ADAL" clId="{62C6728C-1111-CD45-ADB9-ABBA51FB7EBF}" dt="2025-11-29T07:26:51.238" v="59" actId="26606"/>
          <pc:sldLayoutMkLst>
            <pc:docMk/>
            <pc:sldMasterMk cId="766209474" sldId="2147483660"/>
            <pc:sldLayoutMk cId="2733795857" sldId="2147483668"/>
          </pc:sldLayoutMkLst>
        </pc:sldLayoutChg>
        <pc:sldLayoutChg chg="add del replId">
          <pc:chgData name="Sai Satwik" userId="8922f47e-2642-4f86-a9ce-ce445603ef92" providerId="ADAL" clId="{62C6728C-1111-CD45-ADB9-ABBA51FB7EBF}" dt="2025-11-29T07:26:51.238" v="59" actId="26606"/>
          <pc:sldLayoutMkLst>
            <pc:docMk/>
            <pc:sldMasterMk cId="766209474" sldId="2147483660"/>
            <pc:sldLayoutMk cId="3216427663" sldId="2147483669"/>
          </pc:sldLayoutMkLst>
        </pc:sldLayoutChg>
        <pc:sldLayoutChg chg="add del replId">
          <pc:chgData name="Sai Satwik" userId="8922f47e-2642-4f86-a9ce-ce445603ef92" providerId="ADAL" clId="{62C6728C-1111-CD45-ADB9-ABBA51FB7EBF}" dt="2025-11-29T07:26:51.238" v="59" actId="26606"/>
          <pc:sldLayoutMkLst>
            <pc:docMk/>
            <pc:sldMasterMk cId="766209474" sldId="2147483660"/>
            <pc:sldLayoutMk cId="722943826" sldId="2147483670"/>
          </pc:sldLayoutMkLst>
        </pc:sldLayoutChg>
        <pc:sldLayoutChg chg="add del replId">
          <pc:chgData name="Sai Satwik" userId="8922f47e-2642-4f86-a9ce-ce445603ef92" providerId="ADAL" clId="{62C6728C-1111-CD45-ADB9-ABBA51FB7EBF}" dt="2025-11-29T07:26:51.238" v="59" actId="26606"/>
          <pc:sldLayoutMkLst>
            <pc:docMk/>
            <pc:sldMasterMk cId="766209474" sldId="2147483660"/>
            <pc:sldLayoutMk cId="657782002" sldId="2147483671"/>
          </pc:sldLayoutMkLst>
        </pc:sldLayoutChg>
      </pc:sldMasterChg>
      <pc:sldMasterChg chg="add addSldLayout">
        <pc:chgData name="Sai Satwik" userId="8922f47e-2642-4f86-a9ce-ce445603ef92" providerId="ADAL" clId="{62C6728C-1111-CD45-ADB9-ABBA51FB7EBF}" dt="2025-11-29T07:26:51.271" v="60" actId="26606"/>
        <pc:sldMasterMkLst>
          <pc:docMk/>
          <pc:sldMasterMk cId="2003421443" sldId="2147483712"/>
        </pc:sldMasterMkLst>
        <pc:sldLayoutChg chg="add">
          <pc:chgData name="Sai Satwik" userId="8922f47e-2642-4f86-a9ce-ce445603ef92" providerId="ADAL" clId="{62C6728C-1111-CD45-ADB9-ABBA51FB7EBF}" dt="2025-11-29T07:26:51.271" v="60" actId="26606"/>
          <pc:sldLayoutMkLst>
            <pc:docMk/>
            <pc:sldMasterMk cId="2003421443" sldId="2147483712"/>
            <pc:sldLayoutMk cId="1080960519" sldId="2147483701"/>
          </pc:sldLayoutMkLst>
        </pc:sldLayoutChg>
        <pc:sldLayoutChg chg="add">
          <pc:chgData name="Sai Satwik" userId="8922f47e-2642-4f86-a9ce-ce445603ef92" providerId="ADAL" clId="{62C6728C-1111-CD45-ADB9-ABBA51FB7EBF}" dt="2025-11-29T07:26:51.271" v="60" actId="26606"/>
          <pc:sldLayoutMkLst>
            <pc:docMk/>
            <pc:sldMasterMk cId="2003421443" sldId="2147483712"/>
            <pc:sldLayoutMk cId="1889259932" sldId="2147483702"/>
          </pc:sldLayoutMkLst>
        </pc:sldLayoutChg>
        <pc:sldLayoutChg chg="add">
          <pc:chgData name="Sai Satwik" userId="8922f47e-2642-4f86-a9ce-ce445603ef92" providerId="ADAL" clId="{62C6728C-1111-CD45-ADB9-ABBA51FB7EBF}" dt="2025-11-29T07:26:51.271" v="60" actId="26606"/>
          <pc:sldLayoutMkLst>
            <pc:docMk/>
            <pc:sldMasterMk cId="2003421443" sldId="2147483712"/>
            <pc:sldLayoutMk cId="2844944150" sldId="2147483703"/>
          </pc:sldLayoutMkLst>
        </pc:sldLayoutChg>
        <pc:sldLayoutChg chg="add">
          <pc:chgData name="Sai Satwik" userId="8922f47e-2642-4f86-a9ce-ce445603ef92" providerId="ADAL" clId="{62C6728C-1111-CD45-ADB9-ABBA51FB7EBF}" dt="2025-11-29T07:26:51.271" v="60" actId="26606"/>
          <pc:sldLayoutMkLst>
            <pc:docMk/>
            <pc:sldMasterMk cId="2003421443" sldId="2147483712"/>
            <pc:sldLayoutMk cId="3307558726" sldId="2147483704"/>
          </pc:sldLayoutMkLst>
        </pc:sldLayoutChg>
        <pc:sldLayoutChg chg="add">
          <pc:chgData name="Sai Satwik" userId="8922f47e-2642-4f86-a9ce-ce445603ef92" providerId="ADAL" clId="{62C6728C-1111-CD45-ADB9-ABBA51FB7EBF}" dt="2025-11-29T07:26:51.271" v="60" actId="26606"/>
          <pc:sldLayoutMkLst>
            <pc:docMk/>
            <pc:sldMasterMk cId="2003421443" sldId="2147483712"/>
            <pc:sldLayoutMk cId="1934317371" sldId="2147483705"/>
          </pc:sldLayoutMkLst>
        </pc:sldLayoutChg>
        <pc:sldLayoutChg chg="add">
          <pc:chgData name="Sai Satwik" userId="8922f47e-2642-4f86-a9ce-ce445603ef92" providerId="ADAL" clId="{62C6728C-1111-CD45-ADB9-ABBA51FB7EBF}" dt="2025-11-29T07:26:51.271" v="60" actId="26606"/>
          <pc:sldLayoutMkLst>
            <pc:docMk/>
            <pc:sldMasterMk cId="2003421443" sldId="2147483712"/>
            <pc:sldLayoutMk cId="3817658104" sldId="2147483706"/>
          </pc:sldLayoutMkLst>
        </pc:sldLayoutChg>
        <pc:sldLayoutChg chg="add">
          <pc:chgData name="Sai Satwik" userId="8922f47e-2642-4f86-a9ce-ce445603ef92" providerId="ADAL" clId="{62C6728C-1111-CD45-ADB9-ABBA51FB7EBF}" dt="2025-11-29T07:26:51.271" v="60" actId="26606"/>
          <pc:sldLayoutMkLst>
            <pc:docMk/>
            <pc:sldMasterMk cId="2003421443" sldId="2147483712"/>
            <pc:sldLayoutMk cId="1862814603" sldId="2147483707"/>
          </pc:sldLayoutMkLst>
        </pc:sldLayoutChg>
        <pc:sldLayoutChg chg="add">
          <pc:chgData name="Sai Satwik" userId="8922f47e-2642-4f86-a9ce-ce445603ef92" providerId="ADAL" clId="{62C6728C-1111-CD45-ADB9-ABBA51FB7EBF}" dt="2025-11-29T07:26:51.271" v="60" actId="26606"/>
          <pc:sldLayoutMkLst>
            <pc:docMk/>
            <pc:sldMasterMk cId="2003421443" sldId="2147483712"/>
            <pc:sldLayoutMk cId="899453507" sldId="2147483708"/>
          </pc:sldLayoutMkLst>
        </pc:sldLayoutChg>
        <pc:sldLayoutChg chg="add">
          <pc:chgData name="Sai Satwik" userId="8922f47e-2642-4f86-a9ce-ce445603ef92" providerId="ADAL" clId="{62C6728C-1111-CD45-ADB9-ABBA51FB7EBF}" dt="2025-11-29T07:26:51.271" v="60" actId="26606"/>
          <pc:sldLayoutMkLst>
            <pc:docMk/>
            <pc:sldMasterMk cId="2003421443" sldId="2147483712"/>
            <pc:sldLayoutMk cId="3520025209" sldId="2147483709"/>
          </pc:sldLayoutMkLst>
        </pc:sldLayoutChg>
        <pc:sldLayoutChg chg="add">
          <pc:chgData name="Sai Satwik" userId="8922f47e-2642-4f86-a9ce-ce445603ef92" providerId="ADAL" clId="{62C6728C-1111-CD45-ADB9-ABBA51FB7EBF}" dt="2025-11-29T07:26:51.271" v="60" actId="26606"/>
          <pc:sldLayoutMkLst>
            <pc:docMk/>
            <pc:sldMasterMk cId="2003421443" sldId="2147483712"/>
            <pc:sldLayoutMk cId="58726095" sldId="2147483710"/>
          </pc:sldLayoutMkLst>
        </pc:sldLayoutChg>
        <pc:sldLayoutChg chg="add">
          <pc:chgData name="Sai Satwik" userId="8922f47e-2642-4f86-a9ce-ce445603ef92" providerId="ADAL" clId="{62C6728C-1111-CD45-ADB9-ABBA51FB7EBF}" dt="2025-11-29T07:26:51.271" v="60" actId="26606"/>
          <pc:sldLayoutMkLst>
            <pc:docMk/>
            <pc:sldMasterMk cId="2003421443" sldId="2147483712"/>
            <pc:sldLayoutMk cId="636566058" sldId="214748371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960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259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44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558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317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566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658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814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453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26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025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11/29/25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3421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11" r:id="rId6"/>
    <p:sldLayoutId id="2147483706" r:id="rId7"/>
    <p:sldLayoutId id="2147483707" r:id="rId8"/>
    <p:sldLayoutId id="2147483708" r:id="rId9"/>
    <p:sldLayoutId id="2147483710" r:id="rId10"/>
    <p:sldLayoutId id="214748370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0064D7E-06DA-49C2-98D1-4C063EBE9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D1B7231-4CA0-4EF0-A0F6-BBC5D2289C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F16C7D2-2C2B-45A2-B877-AD7F29D21D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3E4B7AF-75AF-445E-9C56-25B6004E36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F9A02B0-84CC-4983-8CA2-DA39E73F2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AB12A9E-E8F5-4BB6-9FAC-B7528DB78E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4E08A66-700A-4A93-8C53-51D5607B8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9E4E565-75A8-4E72-8D5F-0B62E6B49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F1FD7EC-834D-4087-9B69-7793E1A5B4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E4853CF-E211-4741-8BB6-936918F20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08328EE-5DD9-49DB-AD4B-4F0A76A05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404B81F-9DCC-4C62-8962-2B6C36255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41ED921-643C-4B5B-86E6-99E818479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AD09725-F1B5-4342-A3A6-25BDC7261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C5251DB-B92C-4E4E-9BAE-B3EB8A9A31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2389C50-96FA-4F8E-A890-EE49673799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497D116-7C85-4317-8284-E647BAFC35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D6ED932-F3DD-4BB6-8FC3-6E205965D9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850A286-F068-43D3-8DEA-272E28F30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F3A2DA1-C0E2-44DE-AAA4-D2F262CB3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D8CC984-8A5C-4205-9CE0-218DA79F1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12901BA-B376-4054-8C31-BE75DF480E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72BA8E1-2C05-43A7-AABF-8D614E07D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3D58E52-4C85-48FF-ADA3-F8F66B9957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C61787A-32B8-440E-B1A5-1CAEC9D11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9D651FB-65B3-4DBD-9428-084075111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34A6116-8F7B-4C9A-9B9D-EF25C8BFA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4CC776F-EA3D-4898-9730-88C6605FD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81A3030-F8B6-4D5E-8A8F-7CE0C81E9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49129F1-E775-4904-9569-F08FA175DF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C93E5BB-B3BE-4416-A1B2-5A2CDA8B0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3FD179A-45E8-4D8F-8F75-6E4A266F84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02DBFAC-0981-19FE-9A8D-1E5BD2A1E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25" y="746840"/>
            <a:ext cx="4903438" cy="5415739"/>
          </a:xfrm>
        </p:spPr>
        <p:txBody>
          <a:bodyPr anchor="ctr">
            <a:normAutofit/>
          </a:bodyPr>
          <a:lstStyle/>
          <a:p>
            <a:r>
              <a:rPr lang="en-US" dirty="0"/>
              <a:t>Gen AI-Powered Ticket Analysis for Telecom</a:t>
            </a:r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729E7B49-E1D9-4EAE-8B30-D958A9580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3144853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D2BA0570-7BB5-4FB7-B41A-048CE0327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316" y="-3109"/>
            <a:ext cx="6098262" cy="6861109"/>
          </a:xfrm>
          <a:custGeom>
            <a:avLst/>
            <a:gdLst>
              <a:gd name="connsiteX0" fmla="*/ 2247706 w 6098262"/>
              <a:gd name="connsiteY0" fmla="*/ 0 h 6861109"/>
              <a:gd name="connsiteX1" fmla="*/ 6098262 w 6098262"/>
              <a:gd name="connsiteY1" fmla="*/ 0 h 6861109"/>
              <a:gd name="connsiteX2" fmla="*/ 6098262 w 6098262"/>
              <a:gd name="connsiteY2" fmla="*/ 6861109 h 6861109"/>
              <a:gd name="connsiteX3" fmla="*/ 2247706 w 6098262"/>
              <a:gd name="connsiteY3" fmla="*/ 6861109 h 6861109"/>
              <a:gd name="connsiteX4" fmla="*/ 2247706 w 6098262"/>
              <a:gd name="connsiteY4" fmla="*/ 6857999 h 6861109"/>
              <a:gd name="connsiteX5" fmla="*/ 274850 w 6098262"/>
              <a:gd name="connsiteY5" fmla="*/ 6857999 h 6861109"/>
              <a:gd name="connsiteX6" fmla="*/ 954409 w 6098262"/>
              <a:gd name="connsiteY6" fmla="*/ 1 h 6861109"/>
              <a:gd name="connsiteX7" fmla="*/ 2247706 w 6098262"/>
              <a:gd name="connsiteY7" fmla="*/ 1 h 6861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98262" h="6861109">
                <a:moveTo>
                  <a:pt x="2247706" y="0"/>
                </a:moveTo>
                <a:lnTo>
                  <a:pt x="6098262" y="0"/>
                </a:lnTo>
                <a:lnTo>
                  <a:pt x="6098262" y="6861109"/>
                </a:lnTo>
                <a:lnTo>
                  <a:pt x="2247706" y="6861109"/>
                </a:lnTo>
                <a:lnTo>
                  <a:pt x="2247706" y="6857999"/>
                </a:lnTo>
                <a:lnTo>
                  <a:pt x="274850" y="6857999"/>
                </a:lnTo>
                <a:cubicBezTo>
                  <a:pt x="-619306" y="3429000"/>
                  <a:pt x="954409" y="3429000"/>
                  <a:pt x="954409" y="1"/>
                </a:cubicBezTo>
                <a:lnTo>
                  <a:pt x="2247706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4060DB77-C560-2CE6-5B10-5D1AA03FDF1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rcRect l="15463" r="25209"/>
          <a:stretch>
            <a:fillRect/>
          </a:stretch>
        </p:blipFill>
        <p:spPr>
          <a:xfrm>
            <a:off x="6097316" y="-3108"/>
            <a:ext cx="6098262" cy="6861108"/>
          </a:xfrm>
          <a:custGeom>
            <a:avLst/>
            <a:gdLst/>
            <a:ahLst/>
            <a:cxnLst/>
            <a:rect l="l" t="t" r="r" b="b"/>
            <a:pathLst>
              <a:path w="6129950" h="6861439">
                <a:moveTo>
                  <a:pt x="1687527" y="0"/>
                </a:moveTo>
                <a:lnTo>
                  <a:pt x="6129950" y="0"/>
                </a:lnTo>
                <a:lnTo>
                  <a:pt x="6129950" y="6858000"/>
                </a:lnTo>
                <a:lnTo>
                  <a:pt x="5040333" y="6858000"/>
                </a:lnTo>
                <a:lnTo>
                  <a:pt x="5040333" y="6861439"/>
                </a:lnTo>
                <a:lnTo>
                  <a:pt x="272442" y="6861439"/>
                </a:lnTo>
                <a:lnTo>
                  <a:pt x="196402" y="6549696"/>
                </a:lnTo>
                <a:cubicBezTo>
                  <a:pt x="-517926" y="3427393"/>
                  <a:pt x="946083" y="3323532"/>
                  <a:pt x="946083" y="1"/>
                </a:cubicBezTo>
                <a:lnTo>
                  <a:pt x="1687527" y="1"/>
                </a:lnTo>
                <a:close/>
              </a:path>
            </a:pathLst>
          </a:cu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1D680CD-BA59-C770-C18E-70099B184A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96705" y="3674327"/>
            <a:ext cx="3669711" cy="2415793"/>
          </a:xfrm>
        </p:spPr>
        <p:txBody>
          <a:bodyPr anchor="b">
            <a:normAutofit/>
          </a:bodyPr>
          <a:lstStyle/>
          <a:p>
            <a:pPr algn="r"/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868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4CB9D-CE43-5A2D-1042-5B570EE83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-283452"/>
            <a:ext cx="10325000" cy="1442463"/>
          </a:xfrm>
        </p:spPr>
        <p:txBody>
          <a:bodyPr/>
          <a:lstStyle/>
          <a:p>
            <a:r>
              <a:rPr lang="en-US" dirty="0"/>
              <a:t>Project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D6D34-6A4F-DA33-24D7-5453A28B3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330036"/>
            <a:ext cx="10325000" cy="5248893"/>
          </a:xfrm>
        </p:spPr>
        <p:txBody>
          <a:bodyPr>
            <a:normAutofit/>
          </a:bodyPr>
          <a:lstStyle/>
          <a:p>
            <a:r>
              <a:rPr lang="en-US" dirty="0"/>
              <a:t>Our project helps telecom companies solve customer complaints faster and more accurately using AI.</a:t>
            </a:r>
          </a:p>
          <a:p>
            <a:pPr lvl="1"/>
            <a:r>
              <a:rPr lang="en-US" dirty="0"/>
              <a:t>We take past customer complaints and solutions.</a:t>
            </a:r>
          </a:p>
          <a:p>
            <a:pPr lvl="1"/>
            <a:r>
              <a:rPr lang="en-US" dirty="0"/>
              <a:t>The AI learns from those real cases.</a:t>
            </a:r>
          </a:p>
          <a:p>
            <a:pPr lvl="1"/>
            <a:r>
              <a:rPr lang="en-US" dirty="0"/>
              <a:t>When a new complaint comes, it automatically finds similar past issues.</a:t>
            </a:r>
          </a:p>
          <a:p>
            <a:pPr lvl="1"/>
            <a:r>
              <a:rPr lang="en-US" dirty="0"/>
              <a:t>The system then suggests the top 3 best solutions with success scores.</a:t>
            </a:r>
          </a:p>
          <a:p>
            <a:r>
              <a:rPr lang="en-US" dirty="0"/>
              <a:t>Why is it useful?</a:t>
            </a:r>
          </a:p>
          <a:p>
            <a:pPr lvl="1"/>
            <a:r>
              <a:rPr lang="en-US" dirty="0"/>
              <a:t>Reduces manual work for support teams</a:t>
            </a:r>
          </a:p>
          <a:p>
            <a:pPr lvl="1"/>
            <a:r>
              <a:rPr lang="en-US" dirty="0"/>
              <a:t>Gives faster and consistent solutions</a:t>
            </a:r>
          </a:p>
          <a:p>
            <a:pPr lvl="1"/>
            <a:r>
              <a:rPr lang="en-US" dirty="0"/>
              <a:t>Helps customers get quicker resolutions</a:t>
            </a:r>
          </a:p>
          <a:p>
            <a:pPr lvl="1"/>
            <a:r>
              <a:rPr lang="en-US" dirty="0"/>
              <a:t>Saves time and improves service quality</a:t>
            </a:r>
          </a:p>
          <a:p>
            <a:r>
              <a:rPr lang="en-US" dirty="0"/>
              <a:t>End Result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A smart assistant that understands tickets and recommends the best possible fixes—just like an expert support engineer.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952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EACF9-2CEE-C6AA-7280-8C754A080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Major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E24FB-C9AE-E8F7-FE84-4DE36748B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Collect &amp; preprocess telecom ticket data.</a:t>
            </a:r>
          </a:p>
          <a:p>
            <a:r>
              <a:rPr lang="en-US" dirty="0"/>
              <a:t>Generate embeddings for each ticket using an embedding model.</a:t>
            </a:r>
          </a:p>
          <a:p>
            <a:r>
              <a:rPr lang="en-US" dirty="0"/>
              <a:t>Store embeddings inside a vector database.</a:t>
            </a:r>
          </a:p>
          <a:p>
            <a:r>
              <a:rPr lang="en-US" dirty="0"/>
              <a:t>Retrieve similar past tickets using nearest-neighbor search.</a:t>
            </a:r>
          </a:p>
          <a:p>
            <a:r>
              <a:rPr lang="en-US" dirty="0"/>
              <a:t>Feed retrieved results into the RAG pipeline.</a:t>
            </a:r>
          </a:p>
          <a:p>
            <a:r>
              <a:rPr lang="en-US" dirty="0"/>
              <a:t>LLM generates 3 recommended solutions with suitability scores.</a:t>
            </a:r>
          </a:p>
          <a:p>
            <a:r>
              <a:rPr lang="en-US" dirty="0"/>
              <a:t>Display recommendations in the UI for end-users.</a:t>
            </a:r>
          </a:p>
        </p:txBody>
      </p:sp>
    </p:spTree>
    <p:extLst>
      <p:ext uri="{BB962C8B-B14F-4D97-AF65-F5344CB8AC3E}">
        <p14:creationId xmlns:p14="http://schemas.microsoft.com/office/powerpoint/2010/main" val="892575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0B60A-8E61-22A8-BDB9-B90CBACBC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Collect &amp; preprocess telecom ticket data.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17447-E01B-3027-7183-13C79475A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/>
              <a:t>Synthetic Data vs Real Data</a:t>
            </a:r>
          </a:p>
          <a:p>
            <a:r>
              <a:rPr lang="en-US" dirty="0"/>
              <a:t>Synthetic data may not reflect real human behavior or real telecom issues.</a:t>
            </a:r>
          </a:p>
          <a:p>
            <a:r>
              <a:rPr lang="en-US" dirty="0"/>
              <a:t>New types of problems emerge with time, so synthetic data may miss real-world patterns.</a:t>
            </a:r>
          </a:p>
          <a:p>
            <a:pPr marL="0" indent="0">
              <a:buNone/>
            </a:pPr>
            <a:r>
              <a:rPr lang="en-US" sz="2800" b="1" dirty="0"/>
              <a:t>Challenge: Real Telecom Data. </a:t>
            </a:r>
          </a:p>
          <a:p>
            <a:r>
              <a:rPr lang="en-US" dirty="0"/>
              <a:t>Idea: combine multiple ticket datasets and keep only telecom-related rows.</a:t>
            </a:r>
          </a:p>
          <a:p>
            <a:r>
              <a:rPr lang="en-US" dirty="0"/>
              <a:t>But it’s difficult because real telecom datasets are limited and hard to find.</a:t>
            </a:r>
          </a:p>
        </p:txBody>
      </p:sp>
    </p:spTree>
    <p:extLst>
      <p:ext uri="{BB962C8B-B14F-4D97-AF65-F5344CB8AC3E}">
        <p14:creationId xmlns:p14="http://schemas.microsoft.com/office/powerpoint/2010/main" val="3250792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DC079-201B-1B7B-8F4E-B19595008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Generate Embeddings for Each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846D0-BCF5-29BA-A708-1E43E07B7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Loaded the cleaned telecom ticket dataset.</a:t>
            </a:r>
          </a:p>
          <a:p>
            <a:pPr lvl="1"/>
            <a:r>
              <a:rPr lang="en-US" sz="2400" dirty="0"/>
              <a:t>Used </a:t>
            </a:r>
            <a:r>
              <a:rPr lang="en-US" sz="2400" dirty="0" err="1"/>
              <a:t>MiniLM</a:t>
            </a:r>
            <a:r>
              <a:rPr lang="en-US" sz="2400" dirty="0"/>
              <a:t> </a:t>
            </a:r>
            <a:r>
              <a:rPr lang="en-US" sz="2400" dirty="0" err="1"/>
              <a:t>SentenceTransformer</a:t>
            </a:r>
            <a:r>
              <a:rPr lang="en-US" sz="2400" dirty="0"/>
              <a:t> to convert each ticket into embedding vectors.</a:t>
            </a:r>
          </a:p>
          <a:p>
            <a:pPr lvl="1"/>
            <a:r>
              <a:rPr lang="en-US" sz="2400" dirty="0"/>
              <a:t>Encoded thousands of tickets into numerical representations.</a:t>
            </a:r>
          </a:p>
          <a:p>
            <a:r>
              <a:rPr lang="en-US" sz="2800" dirty="0"/>
              <a:t>Why? </a:t>
            </a:r>
          </a:p>
          <a:p>
            <a:pPr lvl="1"/>
            <a:r>
              <a:rPr lang="en-US" sz="2600" dirty="0"/>
              <a:t>AI understands text better in vector form than raw sentences.</a:t>
            </a:r>
          </a:p>
        </p:txBody>
      </p:sp>
    </p:spTree>
    <p:extLst>
      <p:ext uri="{BB962C8B-B14F-4D97-AF65-F5344CB8AC3E}">
        <p14:creationId xmlns:p14="http://schemas.microsoft.com/office/powerpoint/2010/main" val="3302835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4612B-0EFF-E96D-8C28-FF99E5C93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Store Embeddings in a Vector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29011-8A67-C0C2-043B-7141BC4E7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we did:</a:t>
            </a:r>
          </a:p>
          <a:p>
            <a:pPr lvl="1"/>
            <a:r>
              <a:rPr lang="en-US" sz="2800" dirty="0"/>
              <a:t>Took all embeddings and stored them in FAISS index.</a:t>
            </a:r>
          </a:p>
          <a:p>
            <a:pPr lvl="1"/>
            <a:r>
              <a:rPr lang="en-US" sz="2800" dirty="0"/>
              <a:t>Used IndexFlatL2() for similarity search.</a:t>
            </a:r>
          </a:p>
          <a:p>
            <a:r>
              <a:rPr lang="en-US" sz="3200" dirty="0"/>
              <a:t>Why:</a:t>
            </a:r>
          </a:p>
          <a:p>
            <a:pPr lvl="1"/>
            <a:r>
              <a:rPr lang="en-US" sz="2800" dirty="0"/>
              <a:t>FAISS enables fast searching of similar tickets in milliseconds.</a:t>
            </a:r>
          </a:p>
        </p:txBody>
      </p:sp>
    </p:spTree>
    <p:extLst>
      <p:ext uri="{BB962C8B-B14F-4D97-AF65-F5344CB8AC3E}">
        <p14:creationId xmlns:p14="http://schemas.microsoft.com/office/powerpoint/2010/main" val="3116933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0433B-C36D-3DD6-A5F8-6935FAA33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Retrieve Similar Past Tickets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55DDF-7CA7-7E7B-28AD-077136F1A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For every new user query:</a:t>
            </a:r>
          </a:p>
          <a:p>
            <a:pPr lvl="1"/>
            <a:r>
              <a:rPr lang="en-US" sz="2400" dirty="0"/>
              <a:t>Created embedding for the input.</a:t>
            </a:r>
          </a:p>
          <a:p>
            <a:pPr lvl="1"/>
            <a:r>
              <a:rPr lang="en-US" sz="2400" dirty="0"/>
              <a:t>FAISS returns top-K most similar past tickets.</a:t>
            </a:r>
          </a:p>
          <a:p>
            <a:r>
              <a:rPr lang="en-US" sz="2800" dirty="0"/>
              <a:t>We extracted the corresponding original problem + solution.</a:t>
            </a:r>
          </a:p>
          <a:p>
            <a:pPr marL="0" indent="0">
              <a:buNone/>
            </a:pPr>
            <a:r>
              <a:rPr lang="en-US" sz="2800" b="1" dirty="0"/>
              <a:t>Why?</a:t>
            </a:r>
          </a:p>
          <a:p>
            <a:r>
              <a:rPr lang="en-US" sz="2800" dirty="0"/>
              <a:t>This gives our model real historical telecom cases for reference.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09583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552E6-39F5-6462-70BA-9D20A0760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 Retrieved Results into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BC3A1-9CE5-CAC7-8CC0-12633BC2D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Constructed a RAG prompt containing:</a:t>
            </a:r>
          </a:p>
          <a:p>
            <a:pPr lvl="1"/>
            <a:r>
              <a:rPr lang="en-US" sz="2400" dirty="0"/>
              <a:t>User query</a:t>
            </a:r>
          </a:p>
          <a:p>
            <a:pPr lvl="1"/>
            <a:r>
              <a:rPr lang="en-US" sz="2400" dirty="0"/>
              <a:t>Retrieved tickets</a:t>
            </a:r>
          </a:p>
          <a:p>
            <a:pPr lvl="1"/>
            <a:r>
              <a:rPr lang="en-US" sz="2400" dirty="0"/>
              <a:t>Past solutions</a:t>
            </a:r>
          </a:p>
          <a:p>
            <a:r>
              <a:rPr lang="en-US" sz="2800" b="1" dirty="0"/>
              <a:t>Why:</a:t>
            </a:r>
          </a:p>
          <a:p>
            <a:pPr lvl="1"/>
            <a:r>
              <a:rPr lang="en-US" sz="2400" dirty="0"/>
              <a:t>The LLM does not guess—it learns from real examples.</a:t>
            </a:r>
          </a:p>
        </p:txBody>
      </p:sp>
    </p:spTree>
    <p:extLst>
      <p:ext uri="{BB962C8B-B14F-4D97-AF65-F5344CB8AC3E}">
        <p14:creationId xmlns:p14="http://schemas.microsoft.com/office/powerpoint/2010/main" val="360257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51109-1EA3-78A6-7261-252A745F7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LLM Generates Solutions + Scores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AD3AE-2211-926C-9AEF-A2037A346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Downloaded and loaded </a:t>
            </a:r>
            <a:r>
              <a:rPr lang="en-US" b="1" dirty="0"/>
              <a:t>Mistral-7B-Instruct</a:t>
            </a:r>
            <a:r>
              <a:rPr lang="en-US" dirty="0"/>
              <a:t> locally.</a:t>
            </a:r>
          </a:p>
          <a:p>
            <a:r>
              <a:rPr lang="en-US" dirty="0"/>
              <a:t>Asked LLM to:</a:t>
            </a:r>
          </a:p>
          <a:p>
            <a:pPr lvl="1"/>
            <a:r>
              <a:rPr lang="en-US" dirty="0"/>
              <a:t>Produce 3 recommended solutions</a:t>
            </a:r>
          </a:p>
          <a:p>
            <a:pPr lvl="1"/>
            <a:r>
              <a:rPr lang="en-US" dirty="0"/>
              <a:t>Add suitability percentages</a:t>
            </a:r>
          </a:p>
          <a:p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75DE971-0133-46CA-BD96-240D8C0BC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385" y="4122349"/>
            <a:ext cx="7772400" cy="222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063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6A54D-DA38-A9FF-5F18-A0001DDE7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Display Recommendations to User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41182-3817-14D5-432D-82A607E79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Printed results for user input:</a:t>
            </a:r>
          </a:p>
          <a:p>
            <a:pPr lvl="1"/>
            <a:r>
              <a:rPr lang="en-US" sz="2800" dirty="0"/>
              <a:t>Similar tickets found</a:t>
            </a:r>
          </a:p>
          <a:p>
            <a:pPr lvl="1"/>
            <a:r>
              <a:rPr lang="en-US" sz="2800" dirty="0"/>
              <a:t>Final AI-generated solutions</a:t>
            </a:r>
          </a:p>
          <a:p>
            <a:r>
              <a:rPr lang="en-US" sz="3200" b="1" dirty="0"/>
              <a:t>Result:</a:t>
            </a:r>
          </a:p>
          <a:p>
            <a:pPr lvl="1"/>
            <a:r>
              <a:rPr lang="en-US" sz="2800" dirty="0"/>
              <a:t>User gets expert-like telecom troubleshooting instantly.</a:t>
            </a:r>
          </a:p>
          <a:p>
            <a:pPr lvl="1"/>
            <a:r>
              <a:rPr lang="en-US" sz="2800" dirty="0"/>
              <a:t>Works end-to-end as a GenAI support assistant.</a:t>
            </a:r>
          </a:p>
        </p:txBody>
      </p:sp>
    </p:spTree>
    <p:extLst>
      <p:ext uri="{BB962C8B-B14F-4D97-AF65-F5344CB8AC3E}">
        <p14:creationId xmlns:p14="http://schemas.microsoft.com/office/powerpoint/2010/main" val="2493376999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463</Words>
  <Application>Microsoft Macintosh PowerPoint</Application>
  <PresentationFormat>Widescreen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Grandview</vt:lpstr>
      <vt:lpstr>Wingdings</vt:lpstr>
      <vt:lpstr>CosineVTI</vt:lpstr>
      <vt:lpstr>Gen AI-Powered Ticket Analysis for Telecom</vt:lpstr>
      <vt:lpstr>Project Description</vt:lpstr>
      <vt:lpstr>Project Major Steps</vt:lpstr>
      <vt:lpstr>Collect &amp; preprocess telecom ticket data.</vt:lpstr>
      <vt:lpstr>Generate Embeddings for Each Ticket</vt:lpstr>
      <vt:lpstr>Store Embeddings in a Vector Database</vt:lpstr>
      <vt:lpstr>Retrieve Similar Past Tickets</vt:lpstr>
      <vt:lpstr>Feed Retrieved Results into RAG</vt:lpstr>
      <vt:lpstr>LLM Generates Solutions + Scores</vt:lpstr>
      <vt:lpstr>Display Recommendations to User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Satwik</dc:creator>
  <cp:lastModifiedBy>Sai Satwik</cp:lastModifiedBy>
  <cp:revision>1</cp:revision>
  <dcterms:created xsi:type="dcterms:W3CDTF">2025-11-29T07:21:45Z</dcterms:created>
  <dcterms:modified xsi:type="dcterms:W3CDTF">2025-11-29T12:00:39Z</dcterms:modified>
</cp:coreProperties>
</file>